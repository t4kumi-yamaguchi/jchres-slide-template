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ダミー値</c:v>
                </c:pt>
              </c:strCache>
            </c:strRef>
          </c:tx>
          <c:spPr>
            <a:solidFill>
              <a:srgbClr val="1740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000000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項目A</c:v>
                  </c:pt>
                  <c:pt idx="1">
                    <c:v>項目B</c:v>
                  </c:pt>
                  <c:pt idx="2">
                    <c:v>項目C</c:v>
                  </c:pt>
                  <c:pt idx="3">
                    <c:v>項目D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000000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7C2D0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A5F6E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A5F6E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CHRE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" cy="118872"/>
          </a:xfrm>
          <a:prstGeom prst="rect">
            <a:avLst/>
          </a:prstGeom>
          <a:solidFill>
            <a:srgbClr val="2493C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530352"/>
            <a:ext cx="64008" cy="182880"/>
          </a:xfrm>
          <a:prstGeom prst="rect">
            <a:avLst/>
          </a:prstGeom>
          <a:solidFill>
            <a:srgbClr val="1868A0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457200"/>
            <a:ext cx="64008" cy="256032"/>
          </a:xfrm>
          <a:prstGeom prst="rect">
            <a:avLst/>
          </a:prstGeom>
          <a:solidFill>
            <a:srgbClr val="17408C"/>
          </a:solidFill>
          <a:ln/>
        </p:spPr>
      </p:sp>
      <p:pic>
        <p:nvPicPr>
          <p:cNvPr id="5" name="Image 0" descr="/home/claude/jchres-slide-template/assets/jchres_logo_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6385" y="6400800"/>
            <a:ext cx="782487" cy="274320"/>
          </a:xfrm>
          <a:prstGeom prst="rect">
            <a:avLst/>
          </a:prstGeom>
        </p:spPr>
      </p:pic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40080" y="1691640"/>
            <a:ext cx="10908792" cy="44531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CHRES_DARK">
    <p:bg>
      <p:bgPr>
        <a:solidFill>
          <a:srgbClr val="1130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1312" y="0"/>
            <a:ext cx="3977640" cy="6858000"/>
          </a:xfrm>
          <a:prstGeom prst="rect">
            <a:avLst/>
          </a:prstGeom>
          <a:solidFill>
            <a:srgbClr val="113069"/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4663440"/>
            <a:ext cx="475488" cy="1371600"/>
          </a:xfrm>
          <a:prstGeom prst="rect">
            <a:avLst/>
          </a:prstGeom>
          <a:solidFill>
            <a:srgbClr val="2493CF"/>
          </a:solidFill>
          <a:ln/>
        </p:spPr>
      </p:sp>
      <p:sp>
        <p:nvSpPr>
          <p:cNvPr id="4" name="Shape 2"/>
          <p:cNvSpPr/>
          <p:nvPr/>
        </p:nvSpPr>
        <p:spPr>
          <a:xfrm>
            <a:off x="9610344" y="3931920"/>
            <a:ext cx="475488" cy="2103120"/>
          </a:xfrm>
          <a:prstGeom prst="rect">
            <a:avLst/>
          </a:prstGeom>
          <a:solidFill>
            <a:srgbClr val="1868A0"/>
          </a:solidFill>
          <a:ln/>
        </p:spPr>
      </p:sp>
      <p:sp>
        <p:nvSpPr>
          <p:cNvPr id="5" name="Shape 3"/>
          <p:cNvSpPr/>
          <p:nvPr/>
        </p:nvSpPr>
        <p:spPr>
          <a:xfrm>
            <a:off x="10323576" y="3108960"/>
            <a:ext cx="475488" cy="2926080"/>
          </a:xfrm>
          <a:prstGeom prst="rect">
            <a:avLst/>
          </a:prstGeom>
          <a:solidFill>
            <a:srgbClr val="2493CF"/>
          </a:solidFill>
          <a:ln/>
        </p:spPr>
      </p:sp>
      <p:sp>
        <p:nvSpPr>
          <p:cNvPr id="6" name="Shape 4"/>
          <p:cNvSpPr/>
          <p:nvPr/>
        </p:nvSpPr>
        <p:spPr>
          <a:xfrm>
            <a:off x="11036808" y="3474720"/>
            <a:ext cx="475488" cy="2560320"/>
          </a:xfrm>
          <a:prstGeom prst="rect">
            <a:avLst/>
          </a:prstGeom>
          <a:solidFill>
            <a:srgbClr val="17408C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9134856" y="4160520"/>
            <a:ext cx="713232" cy="91440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848088" y="3794760"/>
            <a:ext cx="713232" cy="3657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561320" y="3657600"/>
            <a:ext cx="713232" cy="1371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274552" y="3063240"/>
            <a:ext cx="427939" cy="5943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34272" y="497433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747504" y="405993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60736" y="369417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73968" y="355701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01907" y="296265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/home/claude/jchres-slide-template/assets/jchre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841737" cy="6583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1874520"/>
            <a:ext cx="7022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SEMINAR</a:t>
            </a:r>
            <a:endParaRPr lang="ja-JP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2286000"/>
            <a:ext cx="7022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38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セミナータイトルをここに記載</a:t>
            </a:r>
            <a:endParaRPr lang="ja-JP" sz="3800" dirty="0"/>
          </a:p>
        </p:txBody>
      </p:sp>
      <p:sp>
        <p:nvSpPr>
          <p:cNvPr id="19" name="Text 16"/>
          <p:cNvSpPr/>
          <p:nvPr/>
        </p:nvSpPr>
        <p:spPr>
          <a:xfrm>
            <a:off x="640080" y="4114800"/>
            <a:ext cx="7022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dirty="0">
                <a:solidFill>
                  <a:srgbClr val="30304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副題をここに記載</a:t>
            </a:r>
            <a:endParaRPr lang="ja-JP" sz="2200" dirty="0"/>
          </a:p>
        </p:txBody>
      </p:sp>
      <p:sp>
        <p:nvSpPr>
          <p:cNvPr id="20" name="Text 17"/>
          <p:cNvSpPr/>
          <p:nvPr/>
        </p:nvSpPr>
        <p:spPr>
          <a:xfrm>
            <a:off x="640080" y="5532120"/>
            <a:ext cx="7022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発表者名　JCHRES</a:t>
            </a:r>
            <a:endParaRPr lang="ja-JP" sz="2000" dirty="0"/>
          </a:p>
        </p:txBody>
      </p:sp>
      <p:sp>
        <p:nvSpPr>
          <p:cNvPr id="21" name="Text 18"/>
          <p:cNvSpPr/>
          <p:nvPr/>
        </p:nvSpPr>
        <p:spPr>
          <a:xfrm>
            <a:off x="640080" y="5961888"/>
            <a:ext cx="7022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5A5F6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2026年10月1日</a:t>
            </a:r>
            <a:endParaRPr lang="ja-JP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AGENDA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本日の内容</a:t>
            </a:r>
            <a:endParaRPr lang="ja-JP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2057400"/>
            <a:ext cx="0" cy="3452774"/>
          </a:xfrm>
          <a:prstGeom prst="line">
            <a:avLst/>
          </a:prstGeom>
          <a:noFill/>
          <a:ln w="38100">
            <a:solidFill>
              <a:srgbClr val="D5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B7C2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dirty="0">
                <a:solidFill>
                  <a:srgbClr val="8A93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はじめに</a:t>
            </a:r>
            <a:endParaRPr lang="ja-JP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2691994"/>
            <a:ext cx="457200" cy="457200"/>
          </a:xfrm>
          <a:prstGeom prst="ellipse">
            <a:avLst/>
          </a:prstGeom>
          <a:solidFill>
            <a:srgbClr val="1740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19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600554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研究デザインの基本</a:t>
            </a:r>
            <a:endParaRPr lang="ja-JP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3555187"/>
            <a:ext cx="457200" cy="457200"/>
          </a:xfrm>
          <a:prstGeom prst="ellipse">
            <a:avLst/>
          </a:prstGeom>
          <a:solidFill>
            <a:srgbClr val="B7C2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5518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463747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dirty="0">
                <a:solidFill>
                  <a:srgbClr val="8A93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統計解析の考え方</a:t>
            </a:r>
            <a:endParaRPr lang="ja-JP" sz="2400" dirty="0"/>
          </a:p>
        </p:txBody>
      </p:sp>
      <p:sp>
        <p:nvSpPr>
          <p:cNvPr id="14" name="Shape 12"/>
          <p:cNvSpPr/>
          <p:nvPr/>
        </p:nvSpPr>
        <p:spPr>
          <a:xfrm>
            <a:off x="731520" y="4418381"/>
            <a:ext cx="457200" cy="457200"/>
          </a:xfrm>
          <a:prstGeom prst="ellipse">
            <a:avLst/>
          </a:prstGeom>
          <a:solidFill>
            <a:srgbClr val="B7C2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183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326941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dirty="0">
                <a:solidFill>
                  <a:srgbClr val="8A93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</a:t>
            </a:r>
            <a:endParaRPr lang="ja-JP" sz="2400" dirty="0"/>
          </a:p>
        </p:txBody>
      </p:sp>
      <p:sp>
        <p:nvSpPr>
          <p:cNvPr id="17" name="Shape 15"/>
          <p:cNvSpPr/>
          <p:nvPr/>
        </p:nvSpPr>
        <p:spPr>
          <a:xfrm>
            <a:off x="731520" y="5281574"/>
            <a:ext cx="457200" cy="457200"/>
          </a:xfrm>
          <a:prstGeom prst="ellipse">
            <a:avLst/>
          </a:prstGeom>
          <a:solidFill>
            <a:srgbClr val="B7C2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28157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5190134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dirty="0">
                <a:solidFill>
                  <a:srgbClr val="8A93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5029200"/>
            <a:ext cx="566928" cy="1828800"/>
          </a:xfrm>
          <a:prstGeom prst="rect">
            <a:avLst/>
          </a:prstGeom>
          <a:solidFill>
            <a:srgbClr val="1C4A8E"/>
          </a:solidFill>
          <a:ln/>
        </p:spPr>
      </p:sp>
      <p:sp>
        <p:nvSpPr>
          <p:cNvPr id="3" name="Shape 1"/>
          <p:cNvSpPr/>
          <p:nvPr/>
        </p:nvSpPr>
        <p:spPr>
          <a:xfrm>
            <a:off x="9189720" y="4114800"/>
            <a:ext cx="566928" cy="2743200"/>
          </a:xfrm>
          <a:prstGeom prst="rect">
            <a:avLst/>
          </a:prstGeom>
          <a:solidFill>
            <a:srgbClr val="1A548F"/>
          </a:solidFill>
          <a:ln/>
        </p:spPr>
      </p:sp>
      <p:sp>
        <p:nvSpPr>
          <p:cNvPr id="4" name="Shape 2"/>
          <p:cNvSpPr/>
          <p:nvPr/>
        </p:nvSpPr>
        <p:spPr>
          <a:xfrm>
            <a:off x="10030968" y="3017520"/>
            <a:ext cx="566928" cy="3840480"/>
          </a:xfrm>
          <a:prstGeom prst="rect">
            <a:avLst/>
          </a:prstGeom>
          <a:solidFill>
            <a:srgbClr val="1C4A8E"/>
          </a:solidFill>
          <a:ln/>
        </p:spPr>
      </p:sp>
      <p:sp>
        <p:nvSpPr>
          <p:cNvPr id="5" name="Shape 3"/>
          <p:cNvSpPr/>
          <p:nvPr/>
        </p:nvSpPr>
        <p:spPr>
          <a:xfrm>
            <a:off x="10872216" y="3474720"/>
            <a:ext cx="566928" cy="3383280"/>
          </a:xfrm>
          <a:prstGeom prst="rect">
            <a:avLst/>
          </a:prstGeom>
          <a:solidFill>
            <a:srgbClr val="173F7F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8631936" y="4343400"/>
            <a:ext cx="841248" cy="109728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473184" y="3703320"/>
            <a:ext cx="841248" cy="64008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314432" y="3657600"/>
            <a:ext cx="841248" cy="4572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155680" y="3063240"/>
            <a:ext cx="510235" cy="59436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534009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0" y="424281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13848" y="360273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55096" y="355701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65331" y="296265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463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ja-JP" altLang="en-US" sz="80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ja-JP" sz="80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spc="200" kern="0" dirty="0">
                <a:solidFill>
                  <a:srgbClr val="D6E2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CHAPTER</a:t>
            </a:r>
            <a:endParaRPr lang="ja-JP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章タイトルをここに記載</a:t>
            </a:r>
            <a:endParaRPr lang="ja-JP" sz="36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dirty="0">
                <a:solidFill>
                  <a:srgbClr val="D6E2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章の概要を一文で記載</a:t>
            </a:r>
            <a:endParaRPr lang="ja-JP" sz="2000" dirty="0"/>
          </a:p>
        </p:txBody>
      </p:sp>
      <p:pic>
        <p:nvPicPr>
          <p:cNvPr id="19" name="Image 0" descr="/home/claude/jchres-slide-template/assets/jchres_logo_compac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172200"/>
            <a:ext cx="88681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BACKGROUND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箇条書きスライド</a:t>
            </a:r>
            <a:endParaRPr lang="ja-JP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037580"/>
            <a:ext cx="10908792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55600" indent="-35560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rgbClr val="5A5F6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Author, A. A. (2026). Article title. Journal Name, 1(1), 1–10.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675120" cy="416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55600" indent="-355600">
              <a:lnSpc>
                <a:spcPct val="125000"/>
              </a:lnSpc>
              <a:spcAft>
                <a:spcPts val="1400"/>
              </a:spcAft>
              <a:buClr>
                <a:srgbClr val="2493CF"/>
              </a:buClr>
              <a:buSzPct val="75000"/>
              <a:buChar char="■"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1項目1行、全角25字程度までに収める</a:t>
            </a:r>
            <a:endParaRPr lang="ja-JP" sz="2400" dirty="0"/>
          </a:p>
          <a:p>
            <a:pPr algn="l" marL="355600" indent="-355600">
              <a:lnSpc>
                <a:spcPct val="125000"/>
              </a:lnSpc>
              <a:spcAft>
                <a:spcPts val="1400"/>
              </a:spcAft>
              <a:buClr>
                <a:srgbClr val="2493CF"/>
              </a:buClr>
              <a:buSzPct val="75000"/>
              <a:buChar char="■"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収まらない場合は文章を短くする</a:t>
            </a:r>
            <a:endParaRPr lang="ja-JP" sz="2400" dirty="0"/>
          </a:p>
          <a:p>
            <a:pPr algn="l" marL="355600" indent="-355600">
              <a:lnSpc>
                <a:spcPct val="125000"/>
              </a:lnSpc>
              <a:spcAft>
                <a:spcPts val="1400"/>
              </a:spcAft>
              <a:buClr>
                <a:srgbClr val="2493CF"/>
              </a:buClr>
              <a:buSzPct val="75000"/>
              <a:buChar char="■"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本文中の出典は著者年で示す（Author, 2026）</a:t>
            </a:r>
            <a:endParaRPr lang="ja-JP" sz="24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867912" cy="4071620"/>
          </a:xfrm>
          <a:prstGeom prst="roundRect">
            <a:avLst>
              <a:gd name="adj" fmla="val 2364"/>
            </a:avLst>
          </a:prstGeom>
          <a:solidFill>
            <a:srgbClr val="EDF3FA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1737360"/>
            <a:ext cx="91440" cy="4071620"/>
          </a:xfrm>
          <a:prstGeom prst="rect">
            <a:avLst/>
          </a:prstGeom>
          <a:solidFill>
            <a:srgbClr val="2493C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196596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Point</a:t>
            </a:r>
            <a:endParaRPr lang="ja-JP" sz="2400" dirty="0"/>
          </a:p>
        </p:txBody>
      </p:sp>
      <p:sp>
        <p:nvSpPr>
          <p:cNvPr id="9" name="Text 7"/>
          <p:cNvSpPr/>
          <p:nvPr/>
        </p:nvSpPr>
        <p:spPr>
          <a:xfrm>
            <a:off x="8046720" y="2560320"/>
            <a:ext cx="3227832" cy="306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このスライドで最も伝えたい内容を記載する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METHOD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カードスライド</a:t>
            </a:r>
            <a:endParaRPr lang="ja-JP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2904" cy="4407408"/>
          </a:xfrm>
          <a:prstGeom prst="roundRect">
            <a:avLst>
              <a:gd name="adj" fmla="val 2671"/>
            </a:avLst>
          </a:prstGeom>
          <a:solidFill>
            <a:srgbClr val="EDF3F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ja-JP" sz="2400" dirty="0"/>
          </a:p>
        </p:txBody>
      </p:sp>
      <p:sp>
        <p:nvSpPr>
          <p:cNvPr id="6" name="Shape 4"/>
          <p:cNvSpPr/>
          <p:nvPr/>
        </p:nvSpPr>
        <p:spPr>
          <a:xfrm>
            <a:off x="960120" y="3035808"/>
            <a:ext cx="2782824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見出し1</a:t>
            </a:r>
            <a:endParaRPr lang="ja-JP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278282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説明を短く記載</a:t>
            </a:r>
            <a:endParaRPr lang="ja-JP" sz="2400" dirty="0"/>
          </a:p>
        </p:txBody>
      </p:sp>
      <p:sp>
        <p:nvSpPr>
          <p:cNvPr id="9" name="Shape 7"/>
          <p:cNvSpPr/>
          <p:nvPr/>
        </p:nvSpPr>
        <p:spPr>
          <a:xfrm>
            <a:off x="4383024" y="1737360"/>
            <a:ext cx="3422904" cy="4407408"/>
          </a:xfrm>
          <a:prstGeom prst="roundRect">
            <a:avLst>
              <a:gd name="adj" fmla="val 2671"/>
            </a:avLst>
          </a:prstGeom>
          <a:solidFill>
            <a:srgbClr val="EDF3FA"/>
          </a:solidFill>
          <a:ln/>
        </p:spPr>
      </p:sp>
      <p:sp>
        <p:nvSpPr>
          <p:cNvPr id="10" name="Text 8"/>
          <p:cNvSpPr/>
          <p:nvPr/>
        </p:nvSpPr>
        <p:spPr>
          <a:xfrm>
            <a:off x="4703064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ja-JP" sz="2400" dirty="0"/>
          </a:p>
        </p:txBody>
      </p:sp>
      <p:sp>
        <p:nvSpPr>
          <p:cNvPr id="11" name="Shape 9"/>
          <p:cNvSpPr/>
          <p:nvPr/>
        </p:nvSpPr>
        <p:spPr>
          <a:xfrm>
            <a:off x="4703064" y="3035808"/>
            <a:ext cx="2782824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3064" y="251460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見出し2</a:t>
            </a:r>
            <a:endParaRPr lang="ja-JP" sz="2400" dirty="0"/>
          </a:p>
        </p:txBody>
      </p:sp>
      <p:sp>
        <p:nvSpPr>
          <p:cNvPr id="13" name="Text 11"/>
          <p:cNvSpPr/>
          <p:nvPr/>
        </p:nvSpPr>
        <p:spPr>
          <a:xfrm>
            <a:off x="4703064" y="3154680"/>
            <a:ext cx="278282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説明を短く記載</a:t>
            </a:r>
            <a:endParaRPr lang="ja-JP" sz="2400" dirty="0"/>
          </a:p>
        </p:txBody>
      </p:sp>
      <p:sp>
        <p:nvSpPr>
          <p:cNvPr id="14" name="Shape 12"/>
          <p:cNvSpPr/>
          <p:nvPr/>
        </p:nvSpPr>
        <p:spPr>
          <a:xfrm>
            <a:off x="8125968" y="1737360"/>
            <a:ext cx="3422904" cy="4407408"/>
          </a:xfrm>
          <a:prstGeom prst="roundRect">
            <a:avLst>
              <a:gd name="adj" fmla="val 2671"/>
            </a:avLst>
          </a:prstGeom>
          <a:solidFill>
            <a:srgbClr val="EDF3FA"/>
          </a:solidFill>
          <a:ln/>
        </p:spPr>
      </p:sp>
      <p:sp>
        <p:nvSpPr>
          <p:cNvPr id="15" name="Text 13"/>
          <p:cNvSpPr/>
          <p:nvPr/>
        </p:nvSpPr>
        <p:spPr>
          <a:xfrm>
            <a:off x="8446008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ja-JP" sz="2400" dirty="0"/>
          </a:p>
        </p:txBody>
      </p:sp>
      <p:sp>
        <p:nvSpPr>
          <p:cNvPr id="16" name="Shape 14"/>
          <p:cNvSpPr/>
          <p:nvPr/>
        </p:nvSpPr>
        <p:spPr>
          <a:xfrm>
            <a:off x="8446008" y="3035808"/>
            <a:ext cx="2782824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6008" y="251460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見出し3</a:t>
            </a:r>
            <a:endParaRPr lang="ja-JP" sz="2400" dirty="0"/>
          </a:p>
        </p:txBody>
      </p:sp>
      <p:sp>
        <p:nvSpPr>
          <p:cNvPr id="18" name="Text 16"/>
          <p:cNvSpPr/>
          <p:nvPr/>
        </p:nvSpPr>
        <p:spPr>
          <a:xfrm>
            <a:off x="8446008" y="3154680"/>
            <a:ext cx="278282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説明を短く記載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FLOW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プロセススライド</a:t>
            </a:r>
            <a:endParaRPr lang="ja-JP" sz="3000" dirty="0"/>
          </a:p>
        </p:txBody>
      </p:sp>
      <p:sp>
        <p:nvSpPr>
          <p:cNvPr id="4" name="Shape 2"/>
          <p:cNvSpPr/>
          <p:nvPr/>
        </p:nvSpPr>
        <p:spPr>
          <a:xfrm>
            <a:off x="2003679" y="2647188"/>
            <a:ext cx="8181594" cy="0"/>
          </a:xfrm>
          <a:prstGeom prst="line">
            <a:avLst/>
          </a:prstGeom>
          <a:noFill/>
          <a:ln w="50800">
            <a:solidFill>
              <a:srgbClr val="D5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20215" y="2363724"/>
            <a:ext cx="566928" cy="566928"/>
          </a:xfrm>
          <a:prstGeom prst="ellipse">
            <a:avLst/>
          </a:prstGeom>
          <a:solidFill>
            <a:srgbClr val="1740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20215" y="23637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3150108"/>
            <a:ext cx="2507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段階1</a:t>
            </a:r>
            <a:endParaRPr lang="ja-JP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3973068"/>
            <a:ext cx="25077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説明を短く</a:t>
            </a:r>
            <a:endParaRPr lang="ja-JP" sz="2400" dirty="0"/>
          </a:p>
        </p:txBody>
      </p:sp>
      <p:sp>
        <p:nvSpPr>
          <p:cNvPr id="9" name="Shape 7"/>
          <p:cNvSpPr/>
          <p:nvPr/>
        </p:nvSpPr>
        <p:spPr>
          <a:xfrm>
            <a:off x="4447413" y="2363724"/>
            <a:ext cx="566928" cy="566928"/>
          </a:xfrm>
          <a:prstGeom prst="ellipse">
            <a:avLst/>
          </a:prstGeom>
          <a:solidFill>
            <a:srgbClr val="1740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7413" y="23637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7006" y="3150108"/>
            <a:ext cx="2507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段階2</a:t>
            </a:r>
            <a:endParaRPr lang="ja-JP" sz="2400" dirty="0"/>
          </a:p>
        </p:txBody>
      </p:sp>
      <p:sp>
        <p:nvSpPr>
          <p:cNvPr id="12" name="Text 10"/>
          <p:cNvSpPr/>
          <p:nvPr/>
        </p:nvSpPr>
        <p:spPr>
          <a:xfrm>
            <a:off x="3477006" y="3973068"/>
            <a:ext cx="25077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説明を短く</a:t>
            </a:r>
            <a:endParaRPr lang="ja-JP" sz="2400" dirty="0"/>
          </a:p>
        </p:txBody>
      </p:sp>
      <p:sp>
        <p:nvSpPr>
          <p:cNvPr id="13" name="Shape 11"/>
          <p:cNvSpPr/>
          <p:nvPr/>
        </p:nvSpPr>
        <p:spPr>
          <a:xfrm>
            <a:off x="7174611" y="2363724"/>
            <a:ext cx="566928" cy="566928"/>
          </a:xfrm>
          <a:prstGeom prst="ellipse">
            <a:avLst/>
          </a:prstGeom>
          <a:solidFill>
            <a:srgbClr val="1740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4611" y="23637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04204" y="3150108"/>
            <a:ext cx="2507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段階3</a:t>
            </a:r>
            <a:endParaRPr lang="ja-JP" sz="2400" dirty="0"/>
          </a:p>
        </p:txBody>
      </p:sp>
      <p:sp>
        <p:nvSpPr>
          <p:cNvPr id="16" name="Text 14"/>
          <p:cNvSpPr/>
          <p:nvPr/>
        </p:nvSpPr>
        <p:spPr>
          <a:xfrm>
            <a:off x="6204204" y="3973068"/>
            <a:ext cx="25077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説明を短く</a:t>
            </a:r>
            <a:endParaRPr lang="ja-JP" sz="2400" dirty="0"/>
          </a:p>
        </p:txBody>
      </p:sp>
      <p:sp>
        <p:nvSpPr>
          <p:cNvPr id="17" name="Shape 15"/>
          <p:cNvSpPr/>
          <p:nvPr/>
        </p:nvSpPr>
        <p:spPr>
          <a:xfrm>
            <a:off x="9901809" y="2363724"/>
            <a:ext cx="566928" cy="566928"/>
          </a:xfrm>
          <a:prstGeom prst="ellipse">
            <a:avLst/>
          </a:prstGeom>
          <a:solidFill>
            <a:srgbClr val="2493C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1809" y="23637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31402" y="3150108"/>
            <a:ext cx="2507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段階4</a:t>
            </a:r>
            <a:endParaRPr lang="ja-JP" sz="2400" dirty="0"/>
          </a:p>
        </p:txBody>
      </p:sp>
      <p:sp>
        <p:nvSpPr>
          <p:cNvPr id="20" name="Text 18"/>
          <p:cNvSpPr/>
          <p:nvPr/>
        </p:nvSpPr>
        <p:spPr>
          <a:xfrm>
            <a:off x="8931402" y="3973068"/>
            <a:ext cx="25077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説明を短く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RESULT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グラフと数値のスライド</a:t>
            </a:r>
            <a:endParaRPr lang="ja-JP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5744464"/>
            <a:ext cx="10908792" cy="510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55600" indent="-35560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rgbClr val="5A5F6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Author, A. A. (2026). Article title. Journal Name, 1(1), 1–10.</a:t>
            </a:r>
            <a:endParaRPr lang="ja-JP" sz="1400" dirty="0"/>
          </a:p>
          <a:p>
            <a:pPr algn="l" marL="355600" indent="-355600">
              <a:spcAft>
                <a:spcPts val="600"/>
              </a:spcAft>
              <a:buNone/>
            </a:pPr>
            <a:r>
              <a:rPr lang="ja-JP" altLang="en-US" sz="1400" dirty="0">
                <a:solidFill>
                  <a:srgbClr val="5A5F6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Author, B. B. (2025). Article title. Journal Name, 2(3), 11–20.</a:t>
            </a:r>
            <a:endParaRPr lang="ja-JP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91640"/>
          <a:ext cx="7040880" cy="3869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46720" y="201168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EDF3FA"/>
          </a:solidFill>
          <a:ln/>
        </p:spPr>
      </p:sp>
      <p:sp>
        <p:nvSpPr>
          <p:cNvPr id="7" name="Text 4"/>
          <p:cNvSpPr/>
          <p:nvPr/>
        </p:nvSpPr>
        <p:spPr>
          <a:xfrm>
            <a:off x="8275320" y="233172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6000" b="1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00%</a:t>
            </a:r>
            <a:endParaRPr lang="ja-JP" sz="6000" dirty="0"/>
          </a:p>
        </p:txBody>
      </p:sp>
      <p:sp>
        <p:nvSpPr>
          <p:cNvPr id="8" name="Text 5"/>
          <p:cNvSpPr/>
          <p:nvPr/>
        </p:nvSpPr>
        <p:spPr>
          <a:xfrm>
            <a:off x="8275320" y="370332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数値の説明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COMPARISON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表のスライド</a:t>
            </a:r>
            <a:endParaRPr lang="ja-JP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3636264"/>
                <a:gridCol w="3636264"/>
                <a:gridCol w="3636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比較項目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案A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案B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項目1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項目2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項目3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2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1432" y="5760720"/>
            <a:ext cx="411480" cy="1097280"/>
          </a:xfrm>
          <a:prstGeom prst="rect">
            <a:avLst/>
          </a:prstGeom>
          <a:solidFill>
            <a:srgbClr val="E1EAF5"/>
          </a:solidFill>
          <a:ln/>
        </p:spPr>
      </p:sp>
      <p:sp>
        <p:nvSpPr>
          <p:cNvPr id="3" name="Shape 1"/>
          <p:cNvSpPr/>
          <p:nvPr/>
        </p:nvSpPr>
        <p:spPr>
          <a:xfrm>
            <a:off x="9765792" y="5212080"/>
            <a:ext cx="411480" cy="1645920"/>
          </a:xfrm>
          <a:prstGeom prst="rect">
            <a:avLst/>
          </a:prstGeom>
          <a:solidFill>
            <a:srgbClr val="D7E3F1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4480560"/>
            <a:ext cx="411480" cy="2377440"/>
          </a:xfrm>
          <a:prstGeom prst="rect">
            <a:avLst/>
          </a:prstGeom>
          <a:solidFill>
            <a:srgbClr val="E1EAF5"/>
          </a:solidFill>
          <a:ln/>
        </p:spPr>
      </p:sp>
      <p:sp>
        <p:nvSpPr>
          <p:cNvPr id="5" name="Shape 3"/>
          <p:cNvSpPr/>
          <p:nvPr/>
        </p:nvSpPr>
        <p:spPr>
          <a:xfrm>
            <a:off x="10954512" y="4846320"/>
            <a:ext cx="411480" cy="2011680"/>
          </a:xfrm>
          <a:prstGeom prst="rect">
            <a:avLst/>
          </a:prstGeom>
          <a:solidFill>
            <a:srgbClr val="CFDDEE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9377172" y="5440680"/>
            <a:ext cx="594360" cy="73152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971532" y="5166360"/>
            <a:ext cx="594360" cy="27432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565892" y="5029200"/>
            <a:ext cx="594360" cy="13716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160252" y="4434840"/>
            <a:ext cx="370332" cy="59436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76588" y="607161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1" name="Shape 9"/>
          <p:cNvSpPr/>
          <p:nvPr/>
        </p:nvSpPr>
        <p:spPr>
          <a:xfrm>
            <a:off x="9870948" y="534009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65308" y="506577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59668" y="492861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433425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408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KEY MESSAGE</a:t>
            </a:r>
            <a:endParaRPr lang="ja-JP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169164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4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伝えたいメッセージを大きく示す</a:t>
            </a:r>
            <a:endParaRPr lang="ja-JP" sz="40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補足の説明文をここに記載する。</a:t>
            </a:r>
            <a:endParaRPr lang="ja-JP" sz="2400" dirty="0"/>
          </a:p>
        </p:txBody>
      </p:sp>
      <p:pic>
        <p:nvPicPr>
          <p:cNvPr id="19" name="Image 0" descr="/home/claude/jchres-slide-template/assets/jchres_logo_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6385" y="6400800"/>
            <a:ext cx="78248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spc="200" kern="0" dirty="0">
                <a:solidFill>
                  <a:srgbClr val="D6E2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SUMMARY</a:t>
            </a:r>
            <a:endParaRPr lang="ja-JP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</a:t>
            </a:r>
            <a:endParaRPr lang="ja-JP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2493C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要点1を記載する</a:t>
            </a:r>
            <a:endParaRPr lang="ja-JP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2493C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310896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要点2を記載する</a:t>
            </a:r>
            <a:endParaRPr lang="ja-JP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640080" cy="640080"/>
          </a:xfrm>
          <a:prstGeom prst="ellipse">
            <a:avLst/>
          </a:prstGeom>
          <a:solidFill>
            <a:srgbClr val="2493C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434340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要点3を記載する</a:t>
            </a:r>
            <a:endParaRPr lang="ja-JP" sz="2400" dirty="0"/>
          </a:p>
        </p:txBody>
      </p:sp>
      <p:pic>
        <p:nvPicPr>
          <p:cNvPr id="13" name="Image 0" descr="/home/claude/jchres-slide-template/assets/jchres_logo_compac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2054" y="6199632"/>
            <a:ext cx="88681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5029200"/>
            <a:ext cx="566928" cy="1828800"/>
          </a:xfrm>
          <a:prstGeom prst="rect">
            <a:avLst/>
          </a:prstGeom>
          <a:solidFill>
            <a:srgbClr val="1C4A8E"/>
          </a:solidFill>
          <a:ln/>
        </p:spPr>
      </p:sp>
      <p:sp>
        <p:nvSpPr>
          <p:cNvPr id="3" name="Shape 1"/>
          <p:cNvSpPr/>
          <p:nvPr/>
        </p:nvSpPr>
        <p:spPr>
          <a:xfrm>
            <a:off x="9189720" y="4114800"/>
            <a:ext cx="566928" cy="2743200"/>
          </a:xfrm>
          <a:prstGeom prst="rect">
            <a:avLst/>
          </a:prstGeom>
          <a:solidFill>
            <a:srgbClr val="1A548F"/>
          </a:solidFill>
          <a:ln/>
        </p:spPr>
      </p:sp>
      <p:sp>
        <p:nvSpPr>
          <p:cNvPr id="4" name="Shape 2"/>
          <p:cNvSpPr/>
          <p:nvPr/>
        </p:nvSpPr>
        <p:spPr>
          <a:xfrm>
            <a:off x="10030968" y="3017520"/>
            <a:ext cx="566928" cy="3840480"/>
          </a:xfrm>
          <a:prstGeom prst="rect">
            <a:avLst/>
          </a:prstGeom>
          <a:solidFill>
            <a:srgbClr val="1C4A8E"/>
          </a:solidFill>
          <a:ln/>
        </p:spPr>
      </p:sp>
      <p:sp>
        <p:nvSpPr>
          <p:cNvPr id="5" name="Shape 3"/>
          <p:cNvSpPr/>
          <p:nvPr/>
        </p:nvSpPr>
        <p:spPr>
          <a:xfrm>
            <a:off x="10872216" y="3474720"/>
            <a:ext cx="566928" cy="3383280"/>
          </a:xfrm>
          <a:prstGeom prst="rect">
            <a:avLst/>
          </a:prstGeom>
          <a:solidFill>
            <a:srgbClr val="173F7F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8631936" y="4343400"/>
            <a:ext cx="841248" cy="109728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473184" y="3703320"/>
            <a:ext cx="841248" cy="64008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314432" y="3657600"/>
            <a:ext cx="841248" cy="4572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155680" y="3063240"/>
            <a:ext cx="510235" cy="59436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534009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0" y="424281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13848" y="360273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55096" y="355701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65331" y="296265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pic>
        <p:nvPicPr>
          <p:cNvPr id="15" name="Image 0" descr="/home/claude/jchres-slide-template/assets/jchres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197460" cy="1143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2788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エビデンスに、道をつくる。</a:t>
            </a:r>
            <a:endParaRPr lang="ja-JP" sz="3200" dirty="0"/>
          </a:p>
        </p:txBody>
      </p:sp>
      <p:sp>
        <p:nvSpPr>
          <p:cNvPr id="17" name="Text 14"/>
          <p:cNvSpPr/>
          <p:nvPr/>
        </p:nvSpPr>
        <p:spPr>
          <a:xfrm>
            <a:off x="64008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1800" dirty="0">
                <a:solidFill>
                  <a:srgbClr val="D6E2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一般社団法人ヘルスケア研究・教育支援機構</a:t>
            </a:r>
            <a:endParaRPr lang="ja-JP" sz="1800" dirty="0"/>
          </a:p>
          <a:p>
            <a:pPr indent="0" marL="0">
              <a:lnSpc>
                <a:spcPct val="140000"/>
              </a:lnSpc>
              <a:buNone/>
            </a:pPr>
            <a:r>
              <a:rPr lang="ja-JP" altLang="en-US" sz="1800" dirty="0">
                <a:solidFill>
                  <a:srgbClr val="D6E2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info@jchres.jp　https://jchres.jp</a:t>
            </a:r>
            <a:endParaRPr lang="ja-JP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作成者名</dc:creator>
  <cp:lastModifiedBy>作成者名</cp:lastModifiedBy>
  <cp:revision>1</cp:revision>
  <dcterms:created xsi:type="dcterms:W3CDTF">2026-09-30T16:47:10Z</dcterms:created>
  <dcterms:modified xsi:type="dcterms:W3CDTF">2026-09-30T16:47:10Z</dcterms:modified>
</cp:coreProperties>
</file>